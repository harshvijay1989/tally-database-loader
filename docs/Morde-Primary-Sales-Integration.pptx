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88952" cy="64008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⇄  DISTRIBUTOR INTEGRATION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Sales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Morde Salesforce (DMS) and the distributor’s Tally stay in sync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directions, automatically — for masters, purchase and sales.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→ Tally    </a:t>
            </a:r>
            <a:pPr indent="0" marL="0">
              <a:buNone/>
            </a:pPr>
            <a:r>
              <a:rPr lang="en-US" sz="140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→ Salesforce    </a:t>
            </a:r>
            <a:pPr indent="0" marL="0">
              <a:buNone/>
            </a:pPr>
            <a:r>
              <a:rPr lang="en-US" sz="140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 ·  Purchase  ·  Sales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business review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IN ONE 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deal, one truth — in both systems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FFF4EC"/>
          </a:solidFill>
          <a:ln w="15875">
            <a:solidFill>
              <a:srgbClr val="E8793A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682496"/>
            <a:ext cx="101864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Morde’s Salesforce (the DMS) and each distributor’s Tally saying exactly the same thing — without anyone re-typing data.
</a:t>
            </a:r>
            <a:endParaRPr lang="en-US" sz="1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entered on one side shows up correctly on the other, by itself, on a schedule.
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2F5F8"/>
          </a:solidFill>
          <a:ln w="15875">
            <a:solidFill>
              <a:srgbClr val="E7EDF3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3328416"/>
            <a:ext cx="2962656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Morde’s view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Salesforce (DMS)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 distributor’s primary purchases, stock &amp; orders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plan and report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43984" y="320040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E9F2F2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3328416"/>
            <a:ext cx="2962656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the distributor’s PC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both systems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schedule, no manual steps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Firewall-friendly (calls out to Salesforce)
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5008" y="3200400"/>
            <a:ext cx="3200400" cy="2834640"/>
          </a:xfrm>
          <a:prstGeom prst="roundRect">
            <a:avLst>
              <a:gd name="adj" fmla="val 2581"/>
            </a:avLst>
          </a:prstGeom>
          <a:solidFill>
            <a:srgbClr val="F2F5F8"/>
          </a:solidFill>
          <a:ln w="15875">
            <a:solidFill>
              <a:srgbClr val="E7EDF3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3328416"/>
            <a:ext cx="2871216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Distributor’s view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Tally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their familiar day-to-day tool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stay updated automatically
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two directions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322576"/>
            <a:ext cx="2871216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— Salesforce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DMS / control plane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mapping &amp; monitoring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sales to distributors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21945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0E7C7B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2322576"/>
            <a:ext cx="2871216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distributor’s machine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writes both sides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both directions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21945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37485A"/>
          </a:solidFill>
          <a:ln w="15875">
            <a:solidFill>
              <a:srgbClr val="37485A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2322576"/>
            <a:ext cx="2871216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— Tally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books &amp; inventory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 cloud-hosted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entries
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3317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(calls out)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86200" y="3017520"/>
            <a:ext cx="548640" cy="0"/>
          </a:xfrm>
          <a:prstGeom prst="line">
            <a:avLst/>
          </a:prstGeom>
          <a:noFill/>
          <a:ln w="31750">
            <a:solidFill>
              <a:srgbClr val="E8793A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26680" y="3017520"/>
            <a:ext cx="548640" cy="0"/>
          </a:xfrm>
          <a:prstGeom prst="line">
            <a:avLst/>
          </a:prstGeom>
          <a:noFill/>
          <a:ln w="31750">
            <a:solidFill>
              <a:srgbClr val="E8793A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26680" y="23317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XML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0" y="4800600"/>
            <a:ext cx="6675120" cy="365760"/>
          </a:xfrm>
          <a:prstGeom prst="roundRect">
            <a:avLst>
              <a:gd name="adj" fmla="val 50000"/>
            </a:avLst>
          </a:prstGeom>
          <a:solidFill>
            <a:srgbClr val="E8793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48006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 run automatically on a schedule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always starts the conversation, so it works even when the distributor’s Tally sits behind a firewall.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THIS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“primary sales” means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FFF4EC"/>
          </a:solidFill>
          <a:ln w="15875">
            <a:solidFill>
              <a:srgbClr val="E8793A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682496"/>
            <a:ext cx="1018641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sales = Morde sells to the Distributor.
</a:t>
            </a:r>
            <a:endParaRPr lang="en-US" sz="1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same deal is a SALE for Morde and a PURCHASE for the distributor — we keep both sides correct.
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5875">
            <a:solidFill>
              <a:srgbClr val="E7EDF3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3145536"/>
            <a:ext cx="47457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Salesforce (Morde)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Sales Order / Invoice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against the distributor account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Morde product SAP Ids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30175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E9F2F2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3145536"/>
            <a:ext cx="470001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Tally (Distributor)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as a Purchase from Morde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stock &amp; party balance
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reference number for tracking
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E9F4EC"/>
          </a:solidFill>
          <a:ln w="15875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5202936"/>
            <a:ext cx="1018641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sales — Distributor → Retailer — is already done.
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already covers the distributor’s onward sales to retailers.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must match first — then transactions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4EC"/>
          </a:solidFill>
          <a:ln w="15875">
            <a:solidFill>
              <a:srgbClr val="E8793A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636776"/>
            <a:ext cx="10186416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order or invoice can sync, the Account and the Products must exist and be matched on both sides.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5875">
            <a:solidFill>
              <a:srgbClr val="E7EDF3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2779776"/>
            <a:ext cx="47457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(the distributor)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the SAP Code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Key-exchange: Morde SAP Id written onto the Tally ledger; Tally’s GUID copied back to Salesforce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creates it first, the other side is filled in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6517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5875">
            <a:solidFill>
              <a:srgbClr val="E7EDF3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9776"/>
            <a:ext cx="470001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(Morde items)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Morde SAP Id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the Tally stock item (SAP ID field)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is editable per distributor
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E9F2F2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882896"/>
            <a:ext cx="101864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order/invoice line points to an account and a product by these IDs.
</a:t>
            </a:r>
            <a:endParaRPr lang="en-US" sz="14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IDs don’t match, the transaction can’t be placed correctly — so masters always sync first, every run.
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directions, plainly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956816"/>
            <a:ext cx="4837176" cy="303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→ Tally
</a:t>
            </a:r>
            <a:endParaRPr lang="en-US" sz="18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creates / updates it in the DMS
</a:t>
            </a:r>
            <a:endParaRPr lang="en-US" sz="18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writes it into the distributor’s Tally
</a:t>
            </a:r>
            <a:endParaRPr lang="en-US" sz="18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distributor’s books current with no re-typing
</a:t>
            </a:r>
            <a:endParaRPr lang="en-US" sz="18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Morde (or a DMS-only distributor) is the source of truth
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89320" y="3017520"/>
            <a:ext cx="411480" cy="0"/>
          </a:xfrm>
          <a:prstGeom prst="line">
            <a:avLst/>
          </a:prstGeom>
          <a:noFill/>
          <a:ln w="38100">
            <a:solidFill>
              <a:srgbClr val="E8793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89320" y="3749040"/>
            <a:ext cx="411480" cy="0"/>
          </a:xfrm>
          <a:prstGeom prst="line">
            <a:avLst/>
          </a:prstGeom>
          <a:noFill/>
          <a:ln w="38100">
            <a:solidFill>
              <a:srgbClr val="E8793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182880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0E7C7B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73952" y="1956816"/>
            <a:ext cx="4837176" cy="303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→ Salesforce
</a:t>
            </a:r>
            <a:endParaRPr lang="en-US" sz="18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 records it in Tally
</a:t>
            </a:r>
            <a:endParaRPr lang="en-US" sz="18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reads it and updates Salesforce
</a:t>
            </a:r>
            <a:endParaRPr lang="en-US" sz="18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Morde live visibility of the distributor
</a:t>
            </a:r>
            <a:endParaRPr lang="en-US" sz="1800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distributor works mainly in Tally
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and each direction can be switched on independently, per distributor.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uses ONLY the DMS (Salesforce)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 w="15875">
            <a:solidFill>
              <a:srgbClr val="E8793A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636776"/>
            <a:ext cx="10186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 entirely in Salesforce. Their Tally is kept updated for them.
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Salesforce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2926080"/>
            <a:ext cx="640080" cy="0"/>
          </a:xfrm>
          <a:prstGeom prst="line">
            <a:avLst/>
          </a:prstGeom>
          <a:noFill/>
          <a:ln w="38100">
            <a:solidFill>
              <a:srgbClr val="E8793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274320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pushes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26680" y="2926080"/>
            <a:ext cx="640080" cy="0"/>
          </a:xfrm>
          <a:prstGeom prst="line">
            <a:avLst/>
          </a:prstGeom>
          <a:noFill/>
          <a:ln w="38100">
            <a:solidFill>
              <a:srgbClr val="E8793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03920" y="2743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5A6B7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Tally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10515600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15875">
            <a:solidFill>
              <a:srgbClr val="E7EDF3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7552" y="3694176"/>
            <a:ext cx="1018641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flows Salesforce → Tally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— distributor account (ledger) and Morde products (stock items)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— the primary purchase from Morde, with stock and party balance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Invoice — any sales the distributor books through the DMS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Credit/Debit Notes — the full set, same reference numbers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accountant’s Tally is always current, with zero double entry
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uses ONLY Tally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 w="15875">
            <a:solidFill>
              <a:srgbClr val="E8793A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636776"/>
            <a:ext cx="10186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 entirely in Tally. Morde sees everything in the DMS.
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5A6B7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Tally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2926080"/>
            <a:ext cx="640080" cy="0"/>
          </a:xfrm>
          <a:prstGeom prst="line">
            <a:avLst/>
          </a:prstGeom>
          <a:noFill/>
          <a:ln w="38100">
            <a:solidFill>
              <a:srgbClr val="E8793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274320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reads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2926080"/>
            <a:ext cx="640080" cy="0"/>
          </a:xfrm>
          <a:prstGeom prst="line">
            <a:avLst/>
          </a:prstGeom>
          <a:noFill/>
          <a:ln w="38100">
            <a:solidFill>
              <a:srgbClr val="E8793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21040" y="274320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Salesforce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10515600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15875">
            <a:solidFill>
              <a:srgbClr val="E7EDF3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7552" y="3694176"/>
            <a:ext cx="1018641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flows Tally → Salesforce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— new accounts/products created in Tally come up to Salesforce (with GUID); SAP Id written back once Morde assigns it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— the distributor’s purchases from Morde, for reconciliation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Invoice — the distributor’s sales, for Morde’s visibility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Credit/Debit Notes — the full set
</a:t>
            </a:r>
            <a:endParaRPr lang="en-US" sz="14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Morde gets live reporting while the distributor keeps using only Tally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syncs, and which way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737360"/>
          <a:ext cx="978408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→ Tally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 → Salesforce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Masters —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Masters —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/ Debit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88720" y="59436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works both ways. Each one can be turned on or off independently, per distributor.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SALE, END TO 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flow, start to finish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764792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1655064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raises the primary Sales Order / Invoice to the distributor in Salesforce.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532888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697480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697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2587752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makes sure the masters exist in Tally — the distributor ledger (with SAP Id) and the Morde products.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465576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630168"/>
            <a:ext cx="512064" cy="512064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35204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writes the voucher into Tally as the distributor’s purchase, carrying the SAP Id and the Salesforce reference number.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398264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562856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5628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4453128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Tally’s GUID and the result (done / error) are written back onto the Salesforce record.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330952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5495544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54955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1640" y="5385816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distributor’s own Tally entries — stock movements, payments — flow back up to Morde’s DMS.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 DAY TO 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once, runs itself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9344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609344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distributor’s SAP Code (set in the connector) matches the Salesforce account — so data lands on the right distributor.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487168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E9F2F2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4203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54203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object, per direction — e.g. sync invoices Tally→Salesforce every night at 7 PM. Starts by itself when Windows signs 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419856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74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47472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distributor’s Tally fields can differ. Mapping is editable in the connector, with Salesforce defaults underneath.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352544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E9F2F2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0740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440740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counts and any errors are visible in Salesforce; the connector keeps a local log too.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285232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340096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5340096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Tally is down, nothing is lost — the connector retries next run. Conflicts resolve with a clear rule (Tally wins on its own records).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do next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  •  Primary Sales  •  Salesforce (DMS)  ⇄  Tally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773936"/>
            <a:ext cx="3099816" cy="367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Accounts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by SAP Code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SAP Id to Tally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GUID back to Salesforce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
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0E7C7B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1773936"/>
            <a:ext cx="3099816" cy="367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Products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on Tally items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units &amp; pricing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per distributor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5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
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200400" cy="3931920"/>
          </a:xfrm>
          <a:prstGeom prst="roundRect">
            <a:avLst>
              <a:gd name="adj" fmla="val 2286"/>
            </a:avLst>
          </a:prstGeom>
          <a:solidFill>
            <a:srgbClr val="37485A"/>
          </a:solidFill>
          <a:ln w="15875">
            <a:solidFill>
              <a:srgbClr val="37485A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1773936"/>
            <a:ext cx="2871216" cy="367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Transactions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Sales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Notes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primary sale
</a:t>
            </a:r>
            <a:endParaRPr lang="en-US" sz="17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one distributor of each type
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0" y="5897880"/>
            <a:ext cx="6675120" cy="365760"/>
          </a:xfrm>
          <a:prstGeom prst="roundRect">
            <a:avLst>
              <a:gd name="adj" fmla="val 50000"/>
            </a:avLst>
          </a:prstGeom>
          <a:solidFill>
            <a:srgbClr val="E8793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58978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is built and tested — ready to start Step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Morde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Primary Sales Integration</dc:title>
  <dc:subject>PptxGenJS Presentation</dc:subject>
  <dc:creator>Morde Integration</dc:creator>
  <cp:lastModifiedBy>Morde Integration</cp:lastModifiedBy>
  <cp:revision>1</cp:revision>
  <dcterms:created xsi:type="dcterms:W3CDTF">2026-10-09T06:56:59Z</dcterms:created>
  <dcterms:modified xsi:type="dcterms:W3CDTF">2026-10-09T06:56:59Z</dcterms:modified>
</cp:coreProperties>
</file>